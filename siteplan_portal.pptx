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6C56"/>
    <a:srgbClr val="56638A"/>
    <a:srgbClr val="F2E8CF"/>
    <a:srgbClr val="386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3"/>
    <p:restoredTop sz="94701"/>
  </p:normalViewPr>
  <p:slideViewPr>
    <p:cSldViewPr snapToGrid="0">
      <p:cViewPr varScale="1">
        <p:scale>
          <a:sx n="75" d="100"/>
          <a:sy n="75" d="100"/>
        </p:scale>
        <p:origin x="23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25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8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69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3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3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6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73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3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1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1B62A-58D0-E04E-B22D-4850B43A097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DDDAC-7642-7143-A4DB-CAB18F621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6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1801-4BCA-10A7-E4BE-2E5B9C77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19" y="144776"/>
            <a:ext cx="6703695" cy="854078"/>
          </a:xfrm>
        </p:spPr>
        <p:txBody>
          <a:bodyPr/>
          <a:lstStyle/>
          <a:p>
            <a:r>
              <a:rPr lang="en-US" dirty="0"/>
              <a:t>Portal Page Site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D5F45-16E9-5995-5C3F-C72EBE3F6038}"/>
              </a:ext>
            </a:extLst>
          </p:cNvPr>
          <p:cNvSpPr txBox="1"/>
          <p:nvPr/>
        </p:nvSpPr>
        <p:spPr>
          <a:xfrm>
            <a:off x="5962612" y="336350"/>
            <a:ext cx="159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Kaleb Andelin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05D2A-31BE-09A8-4CFE-0DD48A6EA5A9}"/>
              </a:ext>
            </a:extLst>
          </p:cNvPr>
          <p:cNvSpPr txBox="1"/>
          <p:nvPr/>
        </p:nvSpPr>
        <p:spPr>
          <a:xfrm>
            <a:off x="2563658" y="863604"/>
            <a:ext cx="26450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/>
              <a:t>Wireframe</a:t>
            </a:r>
          </a:p>
        </p:txBody>
      </p:sp>
      <p:pic>
        <p:nvPicPr>
          <p:cNvPr id="8" name="Picture 7" descr="A screenshot of a website&#10;&#10;AI-generated content may be incorrect.">
            <a:extLst>
              <a:ext uri="{FF2B5EF4-FFF2-40B4-BE49-F238E27FC236}">
                <a16:creationId xmlns:a16="http://schemas.microsoft.com/office/drawing/2014/main" id="{70F9196E-A728-D15B-9F3D-E2ACD07C0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59" y="1571490"/>
            <a:ext cx="4722282" cy="836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6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5703-FC1A-2A95-E0BB-37496A2E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2" y="512548"/>
            <a:ext cx="6703695" cy="972611"/>
          </a:xfrm>
        </p:spPr>
        <p:txBody>
          <a:bodyPr>
            <a:normAutofit/>
          </a:bodyPr>
          <a:lstStyle/>
          <a:p>
            <a:r>
              <a:rPr lang="en-US" sz="4400" dirty="0"/>
              <a:t>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1D508-40A6-570C-24E5-291BF6781C1B}"/>
              </a:ext>
            </a:extLst>
          </p:cNvPr>
          <p:cNvSpPr txBox="1"/>
          <p:nvPr/>
        </p:nvSpPr>
        <p:spPr>
          <a:xfrm>
            <a:off x="534352" y="1778001"/>
            <a:ext cx="11474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Logo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E3063-BBF8-A39C-FE23-2CD10EC4EAAC}"/>
              </a:ext>
            </a:extLst>
          </p:cNvPr>
          <p:cNvSpPr txBox="1"/>
          <p:nvPr/>
        </p:nvSpPr>
        <p:spPr>
          <a:xfrm>
            <a:off x="534352" y="2394008"/>
            <a:ext cx="3614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like yerba mate, so I want to use it</a:t>
            </a:r>
          </a:p>
          <a:p>
            <a:r>
              <a:rPr lang="en-US" dirty="0"/>
              <a:t>to represent my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2E04F-AFE5-5DE7-8236-49674C0852C0}"/>
              </a:ext>
            </a:extLst>
          </p:cNvPr>
          <p:cNvSpPr txBox="1"/>
          <p:nvPr/>
        </p:nvSpPr>
        <p:spPr>
          <a:xfrm>
            <a:off x="3132467" y="4158297"/>
            <a:ext cx="1507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Colors</a:t>
            </a:r>
          </a:p>
        </p:txBody>
      </p:sp>
      <p:pic>
        <p:nvPicPr>
          <p:cNvPr id="13" name="Picture 12" descr="A cartoon of a pot with a spoon&#10;&#10;AI-generated content may be incorrect.">
            <a:extLst>
              <a:ext uri="{FF2B5EF4-FFF2-40B4-BE49-F238E27FC236}">
                <a16:creationId xmlns:a16="http://schemas.microsoft.com/office/drawing/2014/main" id="{D6D6026A-F394-612F-2FED-F9E3D8835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299" y="1168400"/>
            <a:ext cx="2815748" cy="281574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42B25C1-B976-4938-6271-B3389ADE5DF5}"/>
              </a:ext>
            </a:extLst>
          </p:cNvPr>
          <p:cNvSpPr/>
          <p:nvPr/>
        </p:nvSpPr>
        <p:spPr>
          <a:xfrm>
            <a:off x="5813240" y="5021032"/>
            <a:ext cx="1642534" cy="795867"/>
          </a:xfrm>
          <a:prstGeom prst="rect">
            <a:avLst/>
          </a:prstGeom>
          <a:solidFill>
            <a:srgbClr val="3866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7DFF8-537D-110F-C1E5-164F71848D78}"/>
              </a:ext>
            </a:extLst>
          </p:cNvPr>
          <p:cNvSpPr/>
          <p:nvPr/>
        </p:nvSpPr>
        <p:spPr>
          <a:xfrm>
            <a:off x="3959180" y="5029200"/>
            <a:ext cx="1642534" cy="795867"/>
          </a:xfrm>
          <a:prstGeom prst="rect">
            <a:avLst/>
          </a:prstGeom>
          <a:solidFill>
            <a:srgbClr val="F2E8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480849-D5DC-2F23-7450-8953782F8EF7}"/>
              </a:ext>
            </a:extLst>
          </p:cNvPr>
          <p:cNvSpPr/>
          <p:nvPr/>
        </p:nvSpPr>
        <p:spPr>
          <a:xfrm>
            <a:off x="286800" y="5008183"/>
            <a:ext cx="1642534" cy="795867"/>
          </a:xfrm>
          <a:prstGeom prst="rect">
            <a:avLst/>
          </a:prstGeom>
          <a:solidFill>
            <a:srgbClr val="5663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0F8B14-A605-BE88-E2C3-7782EDB5A7AB}"/>
              </a:ext>
            </a:extLst>
          </p:cNvPr>
          <p:cNvSpPr/>
          <p:nvPr/>
        </p:nvSpPr>
        <p:spPr>
          <a:xfrm>
            <a:off x="2119889" y="5029200"/>
            <a:ext cx="1642534" cy="795867"/>
          </a:xfrm>
          <a:prstGeom prst="rect">
            <a:avLst/>
          </a:prstGeom>
          <a:solidFill>
            <a:srgbClr val="8A6C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B73624D-806B-E58E-DD28-0D57959E2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39" y="6844645"/>
            <a:ext cx="3314700" cy="11557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A31B0F2-EE5C-5427-754C-549D35B3CB34}"/>
              </a:ext>
            </a:extLst>
          </p:cNvPr>
          <p:cNvSpPr txBox="1"/>
          <p:nvPr/>
        </p:nvSpPr>
        <p:spPr>
          <a:xfrm>
            <a:off x="3139399" y="6142335"/>
            <a:ext cx="1302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Fonts</a:t>
            </a:r>
          </a:p>
        </p:txBody>
      </p:sp>
      <p:pic>
        <p:nvPicPr>
          <p:cNvPr id="25" name="Picture 2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BE3F780-965A-AFF8-270F-966FA01FB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03" y="7876802"/>
            <a:ext cx="36703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61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reenshot to PDF" id="{D218B611-DF3B-EE41-91A8-337F1A87DCA8}" vid="{27DDBA9D-89F4-BD48-9A43-22B56D4CF3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26</Words>
  <Application>Microsoft Macintosh PowerPoint</Application>
  <PresentationFormat>Custom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Portal Page Site Plan</vt:lpstr>
      <vt:lpstr>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Andelin, Kaleb</dc:creator>
  <cp:lastModifiedBy>Andelin, Kaleb</cp:lastModifiedBy>
  <cp:revision>5</cp:revision>
  <dcterms:created xsi:type="dcterms:W3CDTF">2026-01-29T02:01:02Z</dcterms:created>
  <dcterms:modified xsi:type="dcterms:W3CDTF">2026-02-05T05:16:44Z</dcterms:modified>
</cp:coreProperties>
</file>