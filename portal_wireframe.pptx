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9"/>
  </p:normalViewPr>
  <p:slideViewPr>
    <p:cSldViewPr snapToGrid="0">
      <p:cViewPr>
        <p:scale>
          <a:sx n="91" d="100"/>
          <a:sy n="91" d="100"/>
        </p:scale>
        <p:origin x="291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0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6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4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7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1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5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8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1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27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B0626-5C1B-8C4F-8D7A-76ADE74B812C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25785-8685-4B49-BA43-6BAF5406F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6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EAE5AB-688C-B5BE-8E9C-87058B44C0DB}"/>
              </a:ext>
            </a:extLst>
          </p:cNvPr>
          <p:cNvSpPr/>
          <p:nvPr/>
        </p:nvSpPr>
        <p:spPr>
          <a:xfrm>
            <a:off x="0" y="0"/>
            <a:ext cx="6858000" cy="69137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EDB4B-0CDA-93B9-4340-F1829D4521DF}"/>
              </a:ext>
            </a:extLst>
          </p:cNvPr>
          <p:cNvSpPr txBox="1"/>
          <p:nvPr/>
        </p:nvSpPr>
        <p:spPr>
          <a:xfrm>
            <a:off x="79601" y="161022"/>
            <a:ext cx="156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ICON +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44435-D540-3E68-97D2-348B1B51DC9E}"/>
              </a:ext>
            </a:extLst>
          </p:cNvPr>
          <p:cNvSpPr txBox="1"/>
          <p:nvPr/>
        </p:nvSpPr>
        <p:spPr>
          <a:xfrm>
            <a:off x="3032929" y="161022"/>
            <a:ext cx="637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EB3FE-85E1-9D75-80D2-DE59689F438D}"/>
              </a:ext>
            </a:extLst>
          </p:cNvPr>
          <p:cNvSpPr txBox="1"/>
          <p:nvPr/>
        </p:nvSpPr>
        <p:spPr>
          <a:xfrm>
            <a:off x="2057476" y="161022"/>
            <a:ext cx="637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B01671-7446-1A03-04C9-E27C32710552}"/>
              </a:ext>
            </a:extLst>
          </p:cNvPr>
          <p:cNvSpPr txBox="1"/>
          <p:nvPr/>
        </p:nvSpPr>
        <p:spPr>
          <a:xfrm>
            <a:off x="3975694" y="161022"/>
            <a:ext cx="637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7E6DF-4A7B-3105-9359-0EE59D913BD0}"/>
              </a:ext>
            </a:extLst>
          </p:cNvPr>
          <p:cNvSpPr txBox="1"/>
          <p:nvPr/>
        </p:nvSpPr>
        <p:spPr>
          <a:xfrm>
            <a:off x="4838902" y="161022"/>
            <a:ext cx="637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2EA29E-5D16-D1C2-B4EF-2CAF8C475F7F}"/>
              </a:ext>
            </a:extLst>
          </p:cNvPr>
          <p:cNvCxnSpPr/>
          <p:nvPr/>
        </p:nvCxnSpPr>
        <p:spPr>
          <a:xfrm>
            <a:off x="6212236" y="244551"/>
            <a:ext cx="464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8DCAE-2176-A763-1909-8F0DBC615161}"/>
              </a:ext>
            </a:extLst>
          </p:cNvPr>
          <p:cNvCxnSpPr/>
          <p:nvPr/>
        </p:nvCxnSpPr>
        <p:spPr>
          <a:xfrm>
            <a:off x="6212237" y="359916"/>
            <a:ext cx="464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0A5242-574E-62E6-8790-1858ABA560AC}"/>
              </a:ext>
            </a:extLst>
          </p:cNvPr>
          <p:cNvCxnSpPr/>
          <p:nvPr/>
        </p:nvCxnSpPr>
        <p:spPr>
          <a:xfrm>
            <a:off x="6212237" y="453737"/>
            <a:ext cx="464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B9ACD9A-67B5-752A-CE53-1408DF835C72}"/>
              </a:ext>
            </a:extLst>
          </p:cNvPr>
          <p:cNvSpPr/>
          <p:nvPr/>
        </p:nvSpPr>
        <p:spPr>
          <a:xfrm>
            <a:off x="0" y="691376"/>
            <a:ext cx="6858000" cy="361715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HERO 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062434-958F-8BD5-4E2C-321F27205867}"/>
              </a:ext>
            </a:extLst>
          </p:cNvPr>
          <p:cNvSpPr/>
          <p:nvPr/>
        </p:nvSpPr>
        <p:spPr>
          <a:xfrm>
            <a:off x="4305944" y="834713"/>
            <a:ext cx="2371241" cy="330113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 ME STUFF OR FEATURED PROJECT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F3FBB5-9597-8B8F-3262-8951A0F61672}"/>
              </a:ext>
            </a:extLst>
          </p:cNvPr>
          <p:cNvSpPr txBox="1"/>
          <p:nvPr/>
        </p:nvSpPr>
        <p:spPr>
          <a:xfrm>
            <a:off x="56608" y="3347634"/>
            <a:ext cx="391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QUOTE OR STATEMENT WITH WORDS</a:t>
            </a:r>
          </a:p>
          <a:p>
            <a:r>
              <a:rPr lang="en-US" dirty="0">
                <a:solidFill>
                  <a:schemeClr val="bg1"/>
                </a:solidFill>
              </a:rPr>
              <a:t>AND MORE WORDS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42D68B-225C-612E-E4CE-2456A1279E13}"/>
              </a:ext>
            </a:extLst>
          </p:cNvPr>
          <p:cNvSpPr/>
          <p:nvPr/>
        </p:nvSpPr>
        <p:spPr>
          <a:xfrm>
            <a:off x="4417017" y="3549112"/>
            <a:ext cx="2138766" cy="44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 TO CONTENT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5F2ABF-35D8-4500-09A4-86D82B194CC4}"/>
              </a:ext>
            </a:extLst>
          </p:cNvPr>
          <p:cNvSpPr/>
          <p:nvPr/>
        </p:nvSpPr>
        <p:spPr>
          <a:xfrm>
            <a:off x="0" y="4308529"/>
            <a:ext cx="6858000" cy="22937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Half Frame 21">
            <a:extLst>
              <a:ext uri="{FF2B5EF4-FFF2-40B4-BE49-F238E27FC236}">
                <a16:creationId xmlns:a16="http://schemas.microsoft.com/office/drawing/2014/main" id="{36B0A661-F097-6CEB-AD88-FFDB5CEC4985}"/>
              </a:ext>
            </a:extLst>
          </p:cNvPr>
          <p:cNvSpPr/>
          <p:nvPr/>
        </p:nvSpPr>
        <p:spPr>
          <a:xfrm rot="19190033">
            <a:off x="263828" y="5222928"/>
            <a:ext cx="426695" cy="464949"/>
          </a:xfrm>
          <a:prstGeom prst="halfFrame">
            <a:avLst>
              <a:gd name="adj1" fmla="val 18439"/>
              <a:gd name="adj2" fmla="val 162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Half Frame 22">
            <a:extLst>
              <a:ext uri="{FF2B5EF4-FFF2-40B4-BE49-F238E27FC236}">
                <a16:creationId xmlns:a16="http://schemas.microsoft.com/office/drawing/2014/main" id="{54DF5634-68CE-ADA8-0BDD-82B6518A2CDD}"/>
              </a:ext>
            </a:extLst>
          </p:cNvPr>
          <p:cNvSpPr/>
          <p:nvPr/>
        </p:nvSpPr>
        <p:spPr>
          <a:xfrm rot="2409967" flipH="1">
            <a:off x="6228573" y="5222928"/>
            <a:ext cx="426695" cy="464949"/>
          </a:xfrm>
          <a:prstGeom prst="halfFrame">
            <a:avLst>
              <a:gd name="adj1" fmla="val 18439"/>
              <a:gd name="adj2" fmla="val 162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FD8C26-C240-575B-6E42-BD0655C5E1AA}"/>
              </a:ext>
            </a:extLst>
          </p:cNvPr>
          <p:cNvSpPr/>
          <p:nvPr/>
        </p:nvSpPr>
        <p:spPr>
          <a:xfrm>
            <a:off x="664836" y="4546166"/>
            <a:ext cx="1481797" cy="1807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PROJECT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4A6E0C-1122-C3FA-B0AF-8C4B3493F3E7}"/>
              </a:ext>
            </a:extLst>
          </p:cNvPr>
          <p:cNvSpPr/>
          <p:nvPr/>
        </p:nvSpPr>
        <p:spPr>
          <a:xfrm>
            <a:off x="2736098" y="4546166"/>
            <a:ext cx="1481797" cy="1807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PROJECT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C4D2ED-10AF-A887-1FA8-0FA1213E94F7}"/>
              </a:ext>
            </a:extLst>
          </p:cNvPr>
          <p:cNvSpPr/>
          <p:nvPr/>
        </p:nvSpPr>
        <p:spPr>
          <a:xfrm>
            <a:off x="4745501" y="4546167"/>
            <a:ext cx="1481797" cy="18071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FEATURED PROJECT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DEFB1C-ECDD-FA91-57D6-D54E4E6D8CBD}"/>
              </a:ext>
            </a:extLst>
          </p:cNvPr>
          <p:cNvSpPr/>
          <p:nvPr/>
        </p:nvSpPr>
        <p:spPr>
          <a:xfrm>
            <a:off x="0" y="6602278"/>
            <a:ext cx="6858000" cy="47550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DETAILED ABOUT 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40955F-CD78-E92E-DF9F-25B63AB6352B}"/>
              </a:ext>
            </a:extLst>
          </p:cNvPr>
          <p:cNvSpPr/>
          <p:nvPr/>
        </p:nvSpPr>
        <p:spPr>
          <a:xfrm>
            <a:off x="0" y="6850966"/>
            <a:ext cx="2016151" cy="2644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IMAGE/CONTENT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AEA497-2532-4132-F234-AE08E8952214}"/>
              </a:ext>
            </a:extLst>
          </p:cNvPr>
          <p:cNvSpPr/>
          <p:nvPr/>
        </p:nvSpPr>
        <p:spPr>
          <a:xfrm>
            <a:off x="4217895" y="8896027"/>
            <a:ext cx="2640105" cy="1800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IMAGE/CONTENT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8C5724-E2A3-FF7B-9243-822DD9031D7C}"/>
              </a:ext>
            </a:extLst>
          </p:cNvPr>
          <p:cNvSpPr/>
          <p:nvPr/>
        </p:nvSpPr>
        <p:spPr>
          <a:xfrm>
            <a:off x="0" y="11357287"/>
            <a:ext cx="6858000" cy="83471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083E7C-F955-8A49-FB3A-1A3135F31152}"/>
              </a:ext>
            </a:extLst>
          </p:cNvPr>
          <p:cNvSpPr/>
          <p:nvPr/>
        </p:nvSpPr>
        <p:spPr>
          <a:xfrm>
            <a:off x="5486399" y="11653023"/>
            <a:ext cx="274019" cy="274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13C634-182D-5852-DAAF-1E26731F2055}"/>
              </a:ext>
            </a:extLst>
          </p:cNvPr>
          <p:cNvSpPr/>
          <p:nvPr/>
        </p:nvSpPr>
        <p:spPr>
          <a:xfrm>
            <a:off x="5902897" y="11654329"/>
            <a:ext cx="274019" cy="274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314798-5A59-A4E5-6FCF-68779344919E}"/>
              </a:ext>
            </a:extLst>
          </p:cNvPr>
          <p:cNvSpPr/>
          <p:nvPr/>
        </p:nvSpPr>
        <p:spPr>
          <a:xfrm>
            <a:off x="6304910" y="11653023"/>
            <a:ext cx="274019" cy="274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73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42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Andelin, Kaleb</dc:creator>
  <cp:lastModifiedBy>Andelin, Kaleb</cp:lastModifiedBy>
  <cp:revision>1</cp:revision>
  <dcterms:created xsi:type="dcterms:W3CDTF">2026-02-05T04:17:23Z</dcterms:created>
  <dcterms:modified xsi:type="dcterms:W3CDTF">2026-02-05T04:37:03Z</dcterms:modified>
</cp:coreProperties>
</file>